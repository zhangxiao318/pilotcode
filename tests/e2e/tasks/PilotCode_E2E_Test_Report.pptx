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PilotCode E2E 编程能力验证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基于 redpanda-dev 大型分布式流处理项目</a:t>
            </a:r>
          </a:p>
          <a:p>
            <a:r>
              <a:t>2026-04-28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目标系统与测试任务概览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目标系统：Redpanda（分布式流处理平台，Kafka 兼容）</a:t>
            </a:r>
          </a:p>
          <a:p>
            <a:pPr>
              <a:defRPr sz="2000"/>
            </a:pPr>
            <a:r>
              <a:t>项目规模：6,151 个源文件，约 127 万行代码（C++ / Go / Python）</a:t>
            </a:r>
          </a:p>
          <a:p>
            <a:pPr>
              <a:defRPr sz="2000"/>
            </a:pPr>
            <a:r>
              <a:t>测试环境：本地 LLM（Qwen3-Coder-30B via vLLM）+ PilotCode WebSocket 模式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测试任务列表（共 7 项）：</a:t>
            </a:r>
          </a:p>
          <a:p>
            <a:pPr lvl="1">
              <a:defRPr sz="2000"/>
            </a:pPr>
            <a:r>
              <a:t>  1. Python 代码分析 — dev_cluster.py 功能架构</a:t>
            </a:r>
          </a:p>
          <a:p>
            <a:pPr lvl="1">
              <a:defRPr sz="2000"/>
            </a:pPr>
            <a:r>
              <a:t>  2. Python 简单修改 — 添加 --version 参数</a:t>
            </a:r>
          </a:p>
          <a:p>
            <a:pPr lvl="1">
              <a:defRPr sz="2000"/>
            </a:pPr>
            <a:r>
              <a:t>  3. Python 复杂修改 — stream_until_eof 添加时间戳</a:t>
            </a:r>
          </a:p>
          <a:p>
            <a:pPr lvl="1">
              <a:defRPr sz="2000"/>
            </a:pPr>
            <a:r>
              <a:t>  4. C++ 代码分析 — cache_probe.cc metrics 体系</a:t>
            </a:r>
          </a:p>
          <a:p>
            <a:pPr lvl="1">
              <a:defRPr sz="2000"/>
            </a:pPr>
            <a:r>
              <a:t>  5. C++ 简单修改 — io_result.cc 提取 to_string()</a:t>
            </a:r>
          </a:p>
          <a:p>
            <a:pPr lvl="1">
              <a:defRPr sz="2000"/>
            </a:pPr>
            <a:r>
              <a:t>  6. C++ 复杂修改 — cache_probe.cc 添加 cache_hit_ratio</a:t>
            </a:r>
          </a:p>
          <a:p>
            <a:pPr lvl="1">
              <a:defRPr sz="2000"/>
            </a:pPr>
            <a:r>
              <a:t>  7. 多文件功能增强 — 配置验证器 + 摘要打印（未完全成功）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PilotCode 为弱模型提供的补偿机制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30352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A5F7A"/>
                </a:solidFill>
              </a:defRPr>
            </a:pPr>
            <a:r>
              <a:t>模型对比：Qwen3.5-9B vs 30B-A3</a:t>
            </a:r>
          </a:p>
          <a:p>
            <a:pPr>
              <a:defRPr sz="1800"/>
            </a:pPr>
            <a:r>
              <a:t>Qwen3.5-9B（消费级 GPU）</a:t>
            </a:r>
          </a:p>
          <a:p>
            <a:pPr>
              <a:defRPr sz="1800"/>
            </a:pPr>
            <a:r>
              <a:t>  • 上下文窗口：32K</a:t>
            </a:r>
          </a:p>
          <a:p>
            <a:pPr>
              <a:defRPr sz="1800"/>
            </a:pPr>
            <a:r>
              <a:t>  • 代码生成：易幻觉、循环调用</a:t>
            </a:r>
          </a:p>
          <a:p>
            <a:pPr>
              <a:defRPr sz="1800"/>
            </a:pPr>
            <a:r>
              <a:t>  • 工具调用：准确率 ~60%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Qwen3.5-30B-A3（vLLM）</a:t>
            </a:r>
          </a:p>
          <a:p>
            <a:pPr>
              <a:defRPr sz="1800"/>
            </a:pPr>
            <a:r>
              <a:t>  • 上下文窗口：32K（实测）</a:t>
            </a:r>
          </a:p>
          <a:p>
            <a:pPr>
              <a:defRPr sz="1800"/>
            </a:pPr>
            <a:r>
              <a:t>  • 代码生成：结构准确率高</a:t>
            </a:r>
          </a:p>
          <a:p>
            <a:pPr>
              <a:defRPr sz="1800"/>
            </a:pPr>
            <a:r>
              <a:t>  • 工具调用：准确率 ~85%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371600"/>
            <a:ext cx="530352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8B4513"/>
                </a:solidFill>
              </a:defRPr>
            </a:pPr>
            <a:r>
              <a:t>PilotCode 补偿机制</a:t>
            </a:r>
          </a:p>
          <a:p>
            <a:pPr>
              <a:defRPr sz="1800"/>
            </a:pPr>
            <a:r>
              <a:t>代码索引系统</a:t>
            </a:r>
          </a:p>
          <a:p>
            <a:pPr>
              <a:defRPr sz="1800"/>
            </a:pPr>
            <a:r>
              <a:t>  • Hierarchical Index：按目录/模块组织</a:t>
            </a:r>
          </a:p>
          <a:p>
            <a:pPr>
              <a:defRPr sz="1800"/>
            </a:pPr>
            <a:r>
              <a:t>  • Tree-sitter 提取：精准定位函数/类</a:t>
            </a:r>
          </a:p>
          <a:p>
            <a:pPr>
              <a:defRPr sz="1800"/>
            </a:pPr>
            <a:r>
              <a:t>  • Incremental Index：避免重复解析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工具调用优化</a:t>
            </a:r>
          </a:p>
          <a:p>
            <a:pPr>
              <a:defRPr sz="1800"/>
            </a:pPr>
            <a:r>
              <a:t>  • Auto-allow：自动批准权限请求</a:t>
            </a:r>
          </a:p>
          <a:p>
            <a:pPr>
              <a:defRPr sz="1800"/>
            </a:pPr>
            <a:r>
              <a:t>  • Loop Guard：检测重复工具调用</a:t>
            </a:r>
          </a:p>
          <a:p>
            <a:pPr>
              <a:defRPr sz="1800"/>
            </a:pPr>
            <a:r>
              <a:t>  • Permission Batching：批量授权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交互增强</a:t>
            </a:r>
          </a:p>
          <a:p>
            <a:pPr>
              <a:defRPr sz="1800"/>
            </a:pPr>
            <a:r>
              <a:t>  • Streaming 实时反馈</a:t>
            </a:r>
          </a:p>
          <a:p>
            <a:pPr>
              <a:defRPr sz="1800"/>
            </a:pPr>
            <a:r>
              <a:t>  • Planning Mode：复杂任务自动分解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任务 1：Python 代码分析 — ✅ 通过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目标文件：tools/dev_cluster.py（794 行）</a:t>
            </a:r>
          </a:p>
          <a:p>
            <a:pPr>
              <a:defRPr sz="2000"/>
            </a:pPr>
            <a:r>
              <a:t>任务要求：分析脚本功能、类职责、集群启动方式、外部服务集成</a:t>
            </a:r>
          </a:p>
          <a:p>
            <a:pPr>
              <a:defRPr sz="2000"/>
            </a:pPr>
            <a:r>
              <a:t>耗时：149.7 秒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AI 输出质量：</a:t>
            </a:r>
          </a:p>
          <a:p>
            <a:pPr lvl="1">
              <a:defRPr sz="2000"/>
            </a:pPr>
            <a:r>
              <a:t>  ✅ 准确识别 7 个数据类 + 4 个服务管理类</a:t>
            </a:r>
          </a:p>
          <a:p>
            <a:pPr lvl="1">
              <a:defRPr sz="2000"/>
            </a:pPr>
            <a:r>
              <a:t>  ✅ 完整列出 Minio / Prometheus / Grafana 集成逻辑</a:t>
            </a:r>
          </a:p>
          <a:p>
            <a:pPr lvl="1">
              <a:defRPr sz="2000"/>
            </a:pPr>
            <a:r>
              <a:t>  ✅ 正确解释端口分配规则（base_port + i）</a:t>
            </a:r>
          </a:p>
          <a:p>
            <a:pPr lvl="1">
              <a:defRPr sz="2000"/>
            </a:pPr>
            <a:r>
              <a:t>  ✅ 给出启动命令示例和参数说明表格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任务 2：Python 简单修改 — ✅ 通过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目标文件：tools/dev_cluster.py</a:t>
            </a:r>
          </a:p>
          <a:p>
            <a:pPr>
              <a:defRPr sz="2000"/>
            </a:pPr>
            <a:r>
              <a:t>任务要求：添加 --version 参数，打印 dev_cluster.py version 1.0</a:t>
            </a:r>
          </a:p>
          <a:p>
            <a:pPr>
              <a:defRPr sz="2000"/>
            </a:pPr>
            <a:r>
              <a:t>耗时：76.1 秒（重测后）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验证结果：</a:t>
            </a:r>
          </a:p>
          <a:p>
            <a:pPr lvl="1">
              <a:defRPr sz="2000"/>
            </a:pPr>
            <a:r>
              <a:t>  ✅ git diff 确认修改位置正确（parser.add_argument 后第一行）</a:t>
            </a:r>
          </a:p>
          <a:p>
            <a:pPr lvl="1">
              <a:defRPr sz="2000"/>
            </a:pPr>
            <a:r>
              <a:t>  ✅ AST 解析验证 action="version", version="dev_cluster.py version 1.0"</a:t>
            </a:r>
          </a:p>
          <a:p>
            <a:pPr lvl="1">
              <a:defRPr sz="2000"/>
            </a:pPr>
            <a:r>
              <a:t>  ✅ py_compile 语法检查通过</a:t>
            </a:r>
          </a:p>
          <a:p>
            <a:pPr lvl="1">
              <a:defRPr sz="2000"/>
            </a:pPr>
            <a:r>
              <a:t>  ✅ 不影响现有参数解析逻辑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任务 3：Python 复杂修改 — ✅ 通过（首次失败，回滚后重测成功）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目标文件：tools/dev_cluster.py</a:t>
            </a:r>
          </a:p>
          <a:p>
            <a:pPr>
              <a:defRPr sz="2000"/>
            </a:pPr>
            <a:r>
              <a:t>任务要求：stream_until_eof 函数添加 [YYYY-MM-DD HH:MM:SS] 时间戳</a:t>
            </a:r>
          </a:p>
          <a:p>
            <a:pPr>
              <a:defRPr sz="2000"/>
            </a:pPr>
            <a:r>
              <a:t>首次耗时：251.5 秒 → 失败（仅添加 import，未修改函数体）</a:t>
            </a:r>
          </a:p>
          <a:p>
            <a:pPr>
              <a:defRPr sz="2000"/>
            </a:pPr>
            <a:r>
              <a:t>重测耗时：251.6 秒 → 成功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验证结果：</a:t>
            </a:r>
          </a:p>
          <a:p>
            <a:pPr lvl="1">
              <a:defRPr sz="2000"/>
            </a:pPr>
            <a:r>
              <a:t>  ✅ import datetime 正确添加</a:t>
            </a:r>
          </a:p>
          <a:p>
            <a:pPr lvl="1">
              <a:defRPr sz="2000"/>
            </a:pPr>
            <a:r>
              <a:t>  ✅ stdout 输出和日志文件写入均添加时间戳</a:t>
            </a:r>
          </a:p>
          <a:p>
            <a:pPr lvl="1">
              <a:defRPr sz="2000"/>
            </a:pPr>
            <a:r>
              <a:t>  ✅ 除零保护和异步特性保持</a:t>
            </a:r>
          </a:p>
          <a:p>
            <a:pPr lvl="1">
              <a:defRPr sz="2000"/>
            </a:pPr>
            <a:r>
              <a:t>  ⚠️ 教训：首次因 Loop Guard 触发导致修改不完整，回滚重测后成功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任务 4：C++ 代码分析 — ✅ 通过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目标文件：src/v/cloud_io/cache_probe.cc（171 行）</a:t>
            </a:r>
          </a:p>
          <a:p>
            <a:pPr>
              <a:defRPr sz="2000"/>
            </a:pPr>
            <a:r>
              <a:t>任务要求：分析 cache_probe 功能、metrics 列表、shard 分区设计</a:t>
            </a:r>
          </a:p>
          <a:p>
            <a:pPr>
              <a:defRPr sz="2000"/>
            </a:pPr>
            <a:r>
              <a:t>耗时：105.3 秒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AI 输出质量：</a:t>
            </a:r>
          </a:p>
          <a:p>
            <a:pPr lvl="1">
              <a:defRPr sz="2000"/>
            </a:pPr>
            <a:r>
              <a:t>  ✅ 准确区分 _metrics（私有）和 _public_metrics（公共）</a:t>
            </a:r>
          </a:p>
          <a:p>
            <a:pPr lvl="1">
              <a:defRPr sz="2000"/>
            </a:pPr>
            <a:r>
              <a:t>  ✅ 完整列出 15+ 个 metrics，区分 counter / gauge</a:t>
            </a:r>
          </a:p>
          <a:p>
            <a:pPr lvl="1">
              <a:defRPr sz="2000"/>
            </a:pPr>
            <a:r>
              <a:t>  ✅ 正确识别 shard 0 独占指标及原因（全局聚合、高水位线）</a:t>
            </a:r>
          </a:p>
          <a:p>
            <a:pPr lvl="1">
              <a:defRPr sz="2000"/>
            </a:pPr>
            <a:r>
              <a:t>  ✅ 给出 shard 0 vs 所有 shard 的设计模式对比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任务 5：C++ 简单修改 — ⚠️ 结构正确，行为有差异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目标文件：src/v/cloud_io/io_result.cc（50 行）</a:t>
            </a:r>
          </a:p>
          <a:p>
            <a:pPr>
              <a:defRPr sz="2000"/>
            </a:pPr>
            <a:r>
              <a:t>任务要求：提取 to_string() 辅助函数，简化 operator&lt;&lt;</a:t>
            </a:r>
          </a:p>
          <a:p>
            <a:pPr>
              <a:defRPr sz="2000"/>
            </a:pPr>
            <a:r>
              <a:t>耗时：125.3 秒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验证结果：</a:t>
            </a:r>
          </a:p>
          <a:p>
            <a:pPr lvl="1">
              <a:defRPr sz="2000"/>
            </a:pPr>
            <a:r>
              <a:t>  ✅ to_string(download_result) 和 to_string(upload_result) 正确提取</a:t>
            </a:r>
          </a:p>
          <a:p>
            <a:pPr lvl="1">
              <a:defRPr sz="2000"/>
            </a:pPr>
            <a:r>
              <a:t>  ✅ operator&lt;&lt; 改为调用 to_string(r)</a:t>
            </a:r>
          </a:p>
          <a:p>
            <a:pPr lvl="1">
              <a:defRPr sz="2000"/>
            </a:pPr>
            <a:r>
              <a:t>  ⚠️ 字符串值与原始输出不一致：</a:t>
            </a:r>
          </a:p>
          <a:p>
            <a:pPr lvl="1">
              <a:defRPr sz="2000"/>
            </a:pPr>
            <a:r>
              <a:t>      原始：{success} / {key_not_found} / {timed_out}</a:t>
            </a:r>
          </a:p>
          <a:p>
            <a:pPr lvl="1">
              <a:defRPr sz="2000"/>
            </a:pPr>
            <a:r>
              <a:t>      修改后：success / notfound / timedout</a:t>
            </a:r>
          </a:p>
          <a:p>
            <a:pPr lvl="1">
              <a:defRPr sz="2000"/>
            </a:pPr>
            <a:r>
              <a:t>  原因：prompt 示例过于简化，AI 严格遵循示例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任务 6：C++ 复杂修改 — ✅ 通过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目标文件：src/v/cloud_io/cache_probe.cc</a:t>
            </a:r>
          </a:p>
          <a:p>
            <a:pPr>
              <a:defRPr sz="2000"/>
            </a:pPr>
            <a:r>
              <a:t>任务要求：在公共 metrics 组中添加 cache_hit_ratio gauge</a:t>
            </a:r>
          </a:p>
          <a:p>
            <a:pPr>
              <a:defRPr sz="2000"/>
            </a:pPr>
            <a:r>
              <a:t>耗时：76.6 秒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验证结果：</a:t>
            </a:r>
          </a:p>
          <a:p>
            <a:pPr lvl="1">
              <a:defRPr sz="2000"/>
            </a:pPr>
            <a:r>
              <a:t>  ✅ 正确插入到 cloud_storage_cache_op metrics 组中</a:t>
            </a:r>
          </a:p>
          <a:p>
            <a:pPr lvl="1">
              <a:defRPr sz="2000"/>
            </a:pPr>
            <a:r>
              <a:t>  ✅ Lambda 计算逻辑：_num_cached_gets * 100.0 / total</a:t>
            </a:r>
          </a:p>
          <a:p>
            <a:pPr lvl="1">
              <a:defRPr sz="2000"/>
            </a:pPr>
            <a:r>
              <a:t>  ✅ 除零保护：if (total == 0) return 0.0</a:t>
            </a:r>
          </a:p>
          <a:p>
            <a:pPr lvl="1">
              <a:defRPr sz="2000"/>
            </a:pPr>
            <a:r>
              <a:t>  ✅ 正确使用 .aggregate(aggregate_labels)</a:t>
            </a:r>
          </a:p>
          <a:p>
            <a:pPr lvl="1">
              <a:defRPr sz="2000"/>
            </a:pPr>
            <a:r>
              <a:t>  ✅ 缩进和代码风格与周围代码完全一致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任务 7：多文件功能增强 — ❌ 未完成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目标：添加集群配置验证器（2 文件：修改 + 新建）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第一次尝试：Context size has been exceeded</a:t>
            </a:r>
          </a:p>
          <a:p>
            <a:pPr lvl="1">
              <a:defRPr sz="2000"/>
            </a:pPr>
            <a:r>
              <a:t>  • prompt 包含 cluster_utils.py 完整代码 → 超出上下文窗口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第二次尝试：超时（300s），仅完成 1/2</a:t>
            </a:r>
          </a:p>
          <a:p>
            <a:pPr lvl="1">
              <a:defRPr sz="2000"/>
            </a:pPr>
            <a:r>
              <a:t>  • ✅ dev_cluster.py 成功添加参数和调用逻辑</a:t>
            </a:r>
          </a:p>
          <a:p>
            <a:pPr lvl="1">
              <a:defRPr sz="2000"/>
            </a:pPr>
            <a:r>
              <a:t>  • ❌ cluster_utils.py 未创建</a:t>
            </a:r>
          </a:p>
          <a:p>
            <a:pPr lvl="1">
              <a:defRPr sz="2000"/>
            </a:pPr>
            <a:r>
              <a:t>  • 根因：AI 在 Windows 路径解析上消耗大量时间（Glob/Bash 反复失败）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结论：多文件协同开发超出当前弱模型的上下文和工具调用效率边界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总结与结论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PilotCode 在单文件修改场景下表现可靠：</a:t>
            </a:r>
          </a:p>
          <a:p>
            <a:pPr lvl="1">
              <a:defRPr sz="2000"/>
            </a:pPr>
            <a:r>
              <a:t>  • Python 分析/修改：3/3 通过（含 1 次回滚重测）</a:t>
            </a:r>
          </a:p>
          <a:p>
            <a:pPr lvl="1">
              <a:defRPr sz="2000"/>
            </a:pPr>
            <a:r>
              <a:t>  • C++ 分析/修改：3/3 通过（含字符串值差异）</a:t>
            </a:r>
          </a:p>
          <a:p>
            <a:pPr lvl="1">
              <a:defRPr sz="2000"/>
            </a:pPr>
            <a:r>
              <a:t>  • 平均耗时：60-250 秒/任务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能力边界：</a:t>
            </a:r>
          </a:p>
          <a:p>
            <a:pPr lvl="1">
              <a:defRPr sz="2000"/>
            </a:pPr>
            <a:r>
              <a:t>  • 单文件（&lt; 1000 行）：✅ 高成功率</a:t>
            </a:r>
          </a:p>
          <a:p>
            <a:pPr lvl="1">
              <a:defRPr sz="2000"/>
            </a:pPr>
            <a:r>
              <a:t>  • 多文件功能增强：❌ 受限于上下文窗口和工具调用效率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改进方向：</a:t>
            </a:r>
          </a:p>
          <a:p>
            <a:pPr lvl="1">
              <a:defRPr sz="2000"/>
            </a:pPr>
            <a:r>
              <a:t>  1. 使用更大上下文模型（128K+）或拆分任务</a:t>
            </a:r>
          </a:p>
          <a:p>
            <a:pPr lvl="1">
              <a:defRPr sz="2000"/>
            </a:pPr>
            <a:r>
              <a:t>  2. 优化 Windows 路径解析工具链</a:t>
            </a:r>
          </a:p>
          <a:p>
            <a:pPr lvl="1">
              <a:defRPr sz="2000"/>
            </a:pPr>
            <a:r>
              <a:t>  3. 为 Loop Guard 场景提供断点续改能力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